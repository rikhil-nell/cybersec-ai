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96" d="100"/>
          <a:sy n="96" d="100"/>
        </p:scale>
        <p:origin x="8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A511B-9B66-241C-21A0-AB06D36410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DC971F-BCA1-7A34-CE3C-BE834B86C0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D4A547-BEEA-1C8A-9405-BF9A2DDA6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D845C-6848-481E-A77D-0F394B160C2D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E61513-363C-A41E-1944-26A093B2F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4564E5-EB2C-6734-436C-35A0FC492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7EC22-E1B4-41C3-A7B1-D98172167A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7838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1D04E-1DAE-33B3-2412-C627B5C49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206A13-4A6D-E91D-336F-3C12020F6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BE8EA5-9A41-921B-5B3B-5909998D6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D845C-6848-481E-A77D-0F394B160C2D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14AB4-309B-B90B-7133-CA59AC409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123B9A-41EC-EB70-F005-18ED6DB26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7EC22-E1B4-41C3-A7B1-D98172167A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1753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4ABBD-DF5C-E233-64B9-C897763BB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25B63-E70E-C08D-DF0C-FB8D10D8C0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77DD44-4661-FBBF-753F-C09ECD146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D845C-6848-481E-A77D-0F394B160C2D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70FF0-64D9-8EF7-FFEA-BA1E36687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B45A54-8731-0ECC-525F-12A8C2C6F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7EC22-E1B4-41C3-A7B1-D98172167A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353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904FC-9AB5-91B9-D00B-4FEDE6EDE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8E92A-391B-7AC1-94AF-7655689A65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C0B065-A086-6D08-CC27-4204187F8A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F49AB5-2246-5F78-04F3-D7ED84AF8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D845C-6848-481E-A77D-0F394B160C2D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E2C97-FD5A-3A0D-13F7-4E44879BC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8B4D05-8267-26FF-72C8-BEC545461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7EC22-E1B4-41C3-A7B1-D98172167A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2006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4DB1E-A908-C6BB-2B79-DBFD5FB2D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B877B-C0E3-B71E-89F4-E77060B44E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37E8AB-9C57-F43A-3880-98A56F62EE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911155-75C7-6371-7B73-1ABBDA5CEB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B358EC-BCB8-AE14-9B9C-D3FF421142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AA86C7-55B5-2F9F-D6A0-809F50410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D845C-6848-481E-A77D-0F394B160C2D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347505-52DE-FC3F-7B66-F94AC099B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0AA2B5-BA35-32AA-A04E-219285FB2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7EC22-E1B4-41C3-A7B1-D98172167A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5310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EBA60-58BC-EABA-81CB-8DDC7946E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B74109-57CD-5CA3-A0F2-0D889AFAB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D845C-6848-481E-A77D-0F394B160C2D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C0928B-A2FD-2CF1-B402-D3541B416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FE5C82-F126-E809-3F65-CE40DEF96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7EC22-E1B4-41C3-A7B1-D98172167A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7939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B1DDA7-1BE8-5190-9FC3-591DE6F7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D845C-6848-481E-A77D-0F394B160C2D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4B4AD3-8074-93B6-1C06-E08B990A6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9506B2-B74A-8176-28B7-9EB976F6B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7EC22-E1B4-41C3-A7B1-D98172167A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0734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36168-B57D-9B5A-CDBE-6713C927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C27BD-2463-1DE8-0A34-71CE6F70C8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711C6E-42F9-3DFE-E534-B07F9C658E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594EF4-1C9C-015C-B5C7-16B7A4E7A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D845C-6848-481E-A77D-0F394B160C2D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F869FB-46CF-785A-C9F5-E19D15C19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3C80FA-2785-425B-007E-275CB019C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7EC22-E1B4-41C3-A7B1-D98172167A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7437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E980A-1077-A6B9-27C3-000E6F871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5111D9-1786-D269-5578-CE3D735E9E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FB34D-3997-EFDB-072A-43944C3A48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85E8DB-CA09-CC12-7020-27C5F8675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D845C-6848-481E-A77D-0F394B160C2D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070D05-83D1-22BF-5462-54337BD3A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CB4F9F-CF80-563E-9A68-1C73523DB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7EC22-E1B4-41C3-A7B1-D98172167A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8218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325E4-9315-2ABD-8DCB-25435B123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91C0C4-D83C-12BF-AD13-611D7C15F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4F18A9-CBD0-8A34-CEBA-9B421ED07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D845C-6848-481E-A77D-0F394B160C2D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67E83-633F-3C5E-5FEA-408AF3D74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21600A-5D38-209C-414C-A8295E3A3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7EC22-E1B4-41C3-A7B1-D98172167A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050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E6DFFF-3F43-3592-6A02-C45D329CE6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E010AC-388A-FD33-2247-97C6526EFE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F4468-5972-75C7-F080-BC0049A6F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D845C-6848-481E-A77D-0F394B160C2D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296C80-2FE2-8323-3612-474AD279A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78429-C1A8-B443-C79C-AAAE9960A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67EC22-E1B4-41C3-A7B1-D98172167A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1285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0FDA98-B801-44F6-EABB-3AD99ED4E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BD740B-5502-8C7A-0CFF-A1FC9F22C9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151EC5-8A4A-83BA-329E-F61E9C8D78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3D845C-6848-481E-A77D-0F394B160C2D}" type="datetimeFigureOut">
              <a:rPr lang="en-IN" smtClean="0"/>
              <a:t>05-06-2026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F5A8F7-317F-E00A-0E1E-E350DAF7B0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BCE00-F5B6-17C8-6E8E-F894365E33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67EC22-E1B4-41C3-A7B1-D98172167A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52045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BE6B9E7-8AA4-40C4-643E-1F4C0B326F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7188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79611-13BA-0473-9BFD-5E2358D31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4933EA-9CA5-E009-4070-51ABFDD06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001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4CFFB-93B1-CF92-15E7-56141985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A97A80-5156-7899-5699-70BA4C3D90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09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0FBD4-2F6A-F10F-2E02-34E6DCDBF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F4C3DA-6625-FA0A-C541-BB163CD12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029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05A87-F0C6-2017-EF4E-E891D5212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B0AD9B-BF64-2971-9858-DFF414A7B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7068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8BA3D-0D24-7C46-A211-138D720B9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90AD9F-1B95-9BF2-A055-DDF1253BEB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666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D1E8C-E64F-63AF-A15A-254C3CB2E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E780FD3-6F65-3082-F143-DF216C09ED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4017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DD70F-8928-0172-17D6-9174B6F55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010191-FF42-ADAF-898A-1E4FA09253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663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7EF74-9082-733A-2133-6D8C38463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E20FE4-AD0F-2646-E34D-3692A7F31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226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ED8BC-5835-5E0D-A6EE-686ED9786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B66FD9-34FB-0DCA-612C-48BD3904FD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631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B618C-05A6-2BBA-5AC0-486D233B8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FF53F11-6B59-941E-7F70-987DAF374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7798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85A9A-A0B0-A266-F83F-E24364947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11052AA-8D0E-11FB-9942-BBD470D867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5770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8320E-7C73-36E6-D02A-141680EA3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2E2A6A2-0A0E-6533-2C09-3CBDC146F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2730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CAF18-878E-4679-4D9D-199C06A23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08A766-0B9F-136E-F136-4B066A1B24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252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8C92D-2A96-6BC2-DB26-9807447A0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46DE3C-06F6-12F9-97D5-4F10D220D4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7310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5D6E0-D5B2-4890-EFA3-F32DFB927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8A07DC-F8C8-1168-5D24-0B4185A25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6135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C6250-95C6-5129-E810-E6E713691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FAED89-0E7B-316D-8342-5C03E45DAA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4998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F8636-7DBC-6F42-5A7A-B49934DD6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9F188A-4B52-42FC-734F-DCE744002B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8523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3372D-F17D-E179-59B0-E379F6F71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489126-C223-F754-364D-97D7CFE084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0622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2C594-65AE-DC5B-0D3A-D2CA88CF5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5D96CF-2EA5-B5F6-3F04-EA6139684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5353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Rikhil Nellimarla</dc:creator>
  <cp:lastModifiedBy>Rikhil Nellimarla</cp:lastModifiedBy>
  <cp:revision>1</cp:revision>
  <dcterms:created xsi:type="dcterms:W3CDTF">2026-06-05T17:34:47Z</dcterms:created>
  <dcterms:modified xsi:type="dcterms:W3CDTF">2026-06-05T17:39:31Z</dcterms:modified>
</cp:coreProperties>
</file>