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  <p:sldId id="278" r:id="rId15"/>
    <p:sldId id="267" r:id="rId16"/>
    <p:sldId id="279" r:id="rId17"/>
    <p:sldId id="280" r:id="rId18"/>
    <p:sldId id="281" r:id="rId19"/>
    <p:sldId id="282" r:id="rId20"/>
    <p:sldId id="283" r:id="rId21"/>
    <p:sldId id="269" r:id="rId22"/>
    <p:sldId id="268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511B-9B66-241C-21A0-AB06D3641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C971F-BCA1-7A34-CE3C-BE834B86C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4A547-BEEA-1C8A-9405-BF9A2DDA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61513-363C-A41E-1944-26A093B2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564E5-EB2C-6734-436C-35A0FC49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83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1D04E-1DAE-33B3-2412-C627B5C4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6A13-4A6D-E91D-336F-3C12020F6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E8EA5-9A41-921B-5B3B-5909998D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14AB4-309B-B90B-7133-CA59AC40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23B9A-41EC-EB70-F005-18ED6DB2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5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ABBD-DF5C-E233-64B9-C897763B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5B63-E70E-C08D-DF0C-FB8D10D8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7DD44-4661-FBBF-753F-C09ECD146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70FF0-64D9-8EF7-FFEA-BA1E36687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45A54-8731-0ECC-525F-12A8C2C6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5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04FC-9AB5-91B9-D00B-4FEDE6ED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E92A-391B-7AC1-94AF-7655689A6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0B065-A086-6D08-CC27-4204187F8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49AB5-2246-5F78-04F3-D7ED84AF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E2C97-FD5A-3A0D-13F7-4E44879B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B4D05-8267-26FF-72C8-BEC54546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00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DB1E-A908-C6BB-2B79-DBFD5FB2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B877B-C0E3-B71E-89F4-E77060B44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7E8AB-9C57-F43A-3880-98A56F62E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11155-75C7-6371-7B73-1ABBDA5CE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358EC-BCB8-AE14-9B9C-D3FF42114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AA86C7-55B5-2F9F-D6A0-809F5041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47505-52DE-FC3F-7B66-F94AC099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AA2B5-BA35-32AA-A04E-219285FB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1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BA60-58BC-EABA-81CB-8DDC7946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74109-57CD-5CA3-A0F2-0D889AFA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0928B-A2FD-2CF1-B402-D3541B41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E5C82-F126-E809-3F65-CE40DEF9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93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1DDA7-1BE8-5190-9FC3-591DE6F7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B4AD3-8074-93B6-1C06-E08B990A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506B2-B74A-8176-28B7-9EB976F6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73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6168-B57D-9B5A-CDBE-6713C927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C27BD-2463-1DE8-0A34-71CE6F70C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1C6E-42F9-3DFE-E534-B07F9C658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94EF4-1C9C-015C-B5C7-16B7A4E7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869FB-46CF-785A-C9F5-E19D15C1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C80FA-2785-425B-007E-275CB019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43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980A-1077-A6B9-27C3-000E6F87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111D9-1786-D269-5578-CE3D735E9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FB34D-3997-EFDB-072A-43944C3A4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5E8DB-CA09-CC12-7020-27C5F867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70D05-83D1-22BF-5462-54337BD3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B4F9F-CF80-563E-9A68-1C73523D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21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25E4-9315-2ABD-8DCB-25435B12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1C0C4-D83C-12BF-AD13-611D7C15F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F18A9-CBD0-8A34-CEBA-9B421ED0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7E83-633F-3C5E-5FEA-408AF3D7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600A-5D38-209C-414C-A8295E3A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5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6DFFF-3F43-3592-6A02-C45D329CE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010AC-388A-FD33-2247-97C6526EF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F4468-5972-75C7-F080-BC0049A6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96C80-2FE2-8323-3612-474AD279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8429-C1A8-B443-C79C-AAAE9960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8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0FDA98-B801-44F6-EABB-3AD99ED4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D740B-5502-8C7A-0CFF-A1FC9F22C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51EC5-8A4A-83BA-329E-F61E9C8D7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D845C-6848-481E-A77D-0F394B160C2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5A8F7-317F-E00A-0E1E-E350DAF7B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BCE00-F5B6-17C8-6E8E-F894365E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7EC22-E1B4-41C3-A7B1-D98172167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20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32EEA-6578-353B-1E15-59EA64B8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1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9611-13BA-0473-9BFD-5E2358D3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933EA-9CA5-E009-4070-51ABFDD0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0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CFFB-93B1-CF92-15E7-56141985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97A80-5156-7899-5699-70BA4C3D9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0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FBD4-2F6A-F10F-2E02-34E6DCDB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F4C3DA-6625-FA0A-C541-BB163CD12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2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05A87-F0C6-2017-EF4E-E891D521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0AD9B-BF64-2971-9858-DFF414A7B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0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BA3D-0D24-7C46-A211-138D720B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90AD9F-1B95-9BF2-A055-DDF1253B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6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1E8C-E64F-63AF-A15A-254C3CB2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80FD3-6F65-3082-F143-DF216C09E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0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D70F-8928-0172-17D6-9174B6F5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10191-FF42-ADAF-898A-1E4FA0925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6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EF74-9082-733A-2133-6D8C3846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20FE4-AD0F-2646-E34D-3692A7F3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26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D8BC-5835-5E0D-A6EE-686ED978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66FD9-34FB-0DCA-612C-48BD3904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3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B618C-05A6-2BBA-5AC0-486D233B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F53F11-6B59-941E-7F70-987DAF374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79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123919-7DA8-084D-0F99-89528AF98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88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37D4-5742-8364-EAA5-33771849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160C83-E8FC-D425-EEED-9836529CC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83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9D94-0FC7-BEAE-0973-9F60D8F0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CF843-9DA1-BC07-1019-ED4465FA2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00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5A9A-A0B0-A266-F83F-E24364947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1052AA-8D0E-11FB-9942-BBD470D86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7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169B-9800-7DDC-0EC7-40588301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B23D58-B0ED-ABA8-1974-A9895EAF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60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201B-F780-2059-1176-DE90FE08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E3D7B-74CD-0AE1-447F-1E4ACA6A6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03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A0CA-A178-16D9-4F89-F8ABBF74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CC5CB-D043-240D-5CA3-0D8877482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0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95D4-3CB1-B318-0703-41735D2E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CB0E4-495F-4A10-FFA0-FE11939E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14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60EC-1E73-553C-4868-507358ED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3D875E-CF57-03CA-7AB4-4B233008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18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320E-7C73-36E6-D02A-141680EA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E2A6A2-0A0E-6533-2C09-3CBDC146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73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AF18-878E-4679-4D9D-199C06A2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8A766-0B9F-136E-F136-4B066A1B2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52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C92D-2A96-6BC2-DB26-9807447A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6DE3C-06F6-12F9-97D5-4F10D220D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31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D6E0-D5B2-4890-EFA3-F32DFB92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A07DC-F8C8-1168-5D24-0B4185A25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13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6250-95C6-5129-E810-E6E71369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AED89-0E7B-316D-8342-5C03E45DA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99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8636-7DBC-6F42-5A7A-B49934DD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F188A-4B52-42FC-734F-DCE74400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52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372D-F17D-E179-59B0-E379F6F7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89126-C223-F754-364D-97D7CFE0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62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C594-65AE-DC5B-0D3A-D2CA88CF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D96CF-2EA5-B5F6-3F04-EA6139684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3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Rikhil Nellimarla</dc:creator>
  <cp:lastModifiedBy>Rikhil Nellimarla</cp:lastModifiedBy>
  <cp:revision>2</cp:revision>
  <dcterms:created xsi:type="dcterms:W3CDTF">2026-06-05T17:34:47Z</dcterms:created>
  <dcterms:modified xsi:type="dcterms:W3CDTF">2026-06-08T03:34:48Z</dcterms:modified>
</cp:coreProperties>
</file>